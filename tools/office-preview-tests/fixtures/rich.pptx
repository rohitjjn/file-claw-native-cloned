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Claw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Offline renderer fixture • नमस्ते दुनिया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87680">
                <a:tc>
                  <a:txBody>
                    <a:bodyPr/>
                    <a:lstStyle/>
                    <a:p>
                      <a:r>
                        <a:t>T1C1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T1C4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T2C1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T2C4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T3C1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T3C4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Embedded image and text</a:t>
            </a:r>
          </a:p>
          <a:p>
            <a:r>
              <a:t>ALPHA BETA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