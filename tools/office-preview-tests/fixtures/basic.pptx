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Claw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Offline renderer fixture • नमस्ते दुनिया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searchable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BETA GAMMA</a:t>
            </a:r>
          </a:p>
          <a:p>
            <a:r>
              <a:t>Café — मस्तिष्क 🧠 — مرحبا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